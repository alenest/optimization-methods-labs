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ECDDB-51D6-BFA9-55A7-B93C1538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068767-5399-BCC9-5E41-00E66E8B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96729-FA90-9E94-227A-33615B1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38AF5-A13B-CEA7-8A9E-36A2FCFE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2398-44ED-602B-56E8-DFAB8B7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2D694-B912-0B02-0387-1DF6DEC2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F72BA-5DF4-B52B-AE46-577D5D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449CA-1B04-DD67-5923-1F8C89C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091A7-9D1C-BD8A-B8D7-B706CE9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08580-C48F-7824-C639-9B778752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F90C-12B5-1C2B-EE99-9D2AFB80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7D0BE-4DA2-B04D-816A-8BABA2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838FA-6F3E-8E0F-A074-0746E5FC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EE0FC-3D98-89F7-2E79-1295CB9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4CD3F-B8BC-20AD-8739-ED934C1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5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CABD9-103E-2FAE-713A-BDB5B3FD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9854-31C5-E1C3-0CA7-87A1BD25F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EC841-D906-0609-F1FC-31BD782C3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15345-86CE-3DB9-F049-108BEB5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30E3-2B80-2BE5-C8A6-51F676DF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E0A24-1EE9-997B-519C-60D96C73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8D26-7A15-2A4B-EE0B-939D02F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10F7B-2A5E-B8FB-003B-9EC65D1F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2CBEA-58F9-2664-4006-919002A9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AECD25-BCE8-49A5-877F-1884BA5E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2B15B9-1808-EF20-F9DD-2E7B37728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8FD988-B265-E2E5-D60B-2914711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26D928-CEF2-7898-2E52-F3CFFAB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CE4F3A-4830-5031-46E1-B51B9B1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13688-24C5-B47D-75C7-3A108598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A56BE-F0D7-EB2B-51BE-C5D2C50C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EAF303-2E92-4104-8756-06460285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FF870-589C-9925-C72B-8176077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0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3B9B10-B3A8-CCE4-B034-7FAA3A7F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240013-D3A9-6BE7-F5BB-1250D78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54E64D-E498-ED86-48E8-191E37A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F4C0F-EDB7-643B-CF4E-48B5665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163E0-9E39-547D-2C74-5BF2C20F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7AB78E-9CD6-6655-666A-B3811C4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52B21-0EE0-3EE1-89AE-8050061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71F5B8-FF9E-1955-F770-25006E7C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B689B-BD67-6F46-CDDC-C1A6E89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0A45C-E1B1-01B0-391B-52061F6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5B4DE-0B84-5B4A-177D-4544BD37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DAF090-1543-949F-1A81-5031018D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6ACEC-035F-1FE3-4DDC-53118F2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074AB-C5DC-5AD6-8E4F-236D005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B2AD6-4E2F-B741-0213-52D6B60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74D59-85A7-82C1-4136-6BC930D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89EB6C-AC0D-66EA-22CD-DA43C830A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C2C0-8393-D03A-40F7-7146B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57178-1C5D-3F9A-FBD3-CF8DE8E8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34288-D9AB-928B-358B-C684FDC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9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4AD702-E748-3E17-B36B-1A8A9DF3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FDD56-9023-79A7-C031-56DCC7CA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32A8-ADCC-1E7C-DAAC-8BEE1300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7CA65-5E6E-0320-429E-AC72F1C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97B34-A093-27B6-7CF7-7149D7E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865F8-01D0-FC87-7F2F-CC17463D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28F0F-6F15-F964-E6A7-C1F3932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BAECB-AC93-C8CE-EB68-52ECCB0D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1BDD8-67F2-4E5F-83E5-8BE865126785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46494-80E6-3887-7D2D-560C7458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7B632-E3F1-37CC-9EC4-5ED9F0D8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7F354-0B21-168F-5F90-3ADAFFCC96E8}"/>
              </a:ext>
            </a:extLst>
          </p:cNvPr>
          <p:cNvSpPr/>
          <p:nvPr/>
        </p:nvSpPr>
        <p:spPr>
          <a:xfrm>
            <a:off x="9832" y="9832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15933-E7E1-78D8-10FC-AF5CBF72BCE1}"/>
              </a:ext>
            </a:extLst>
          </p:cNvPr>
          <p:cNvSpPr txBox="1"/>
          <p:nvPr/>
        </p:nvSpPr>
        <p:spPr>
          <a:xfrm>
            <a:off x="2585884" y="2446932"/>
            <a:ext cx="719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97D2-B3B8-1BD5-3883-2EEED93E62BD}"/>
              </a:ext>
            </a:extLst>
          </p:cNvPr>
          <p:cNvSpPr txBox="1"/>
          <p:nvPr/>
        </p:nvSpPr>
        <p:spPr>
          <a:xfrm>
            <a:off x="2537952" y="3093263"/>
            <a:ext cx="7116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Лабораторная работа 6</a:t>
            </a:r>
          </a:p>
          <a:p>
            <a:pPr algn="ctr"/>
            <a:r>
              <a:rPr lang="ru-RU" sz="2800" dirty="0"/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11449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Входные данные</a:t>
            </a:r>
            <a:endParaRPr lang="ru-RU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CCF2C-FBF4-AC17-6D53-08207815EEB4}"/>
                  </a:ext>
                </a:extLst>
              </p:cNvPr>
              <p:cNvSpPr txBox="1"/>
              <p:nvPr/>
            </p:nvSpPr>
            <p:spPr>
              <a:xfrm>
                <a:off x="462115" y="2598003"/>
                <a:ext cx="11130115" cy="1599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Ваша ЛР1 с симплекс-методом или ЛР2/ЛР3 с методом искусственного базиса.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Набор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которые необходимо сделать целыми по условию задачи.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7CCF2C-FBF4-AC17-6D53-08207815E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5" y="2598003"/>
                <a:ext cx="11130115" cy="1599412"/>
              </a:xfrm>
              <a:prstGeom prst="rect">
                <a:avLst/>
              </a:prstGeom>
              <a:blipFill>
                <a:blip r:embed="rId2"/>
                <a:stretch>
                  <a:fillRect l="-767" t="-3042" b="-7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11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Выходные данные</a:t>
            </a:r>
            <a:endParaRPr lang="ru-RU" sz="3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CCF2C-FBF4-AC17-6D53-08207815EEB4}"/>
              </a:ext>
            </a:extLst>
          </p:cNvPr>
          <p:cNvSpPr txBox="1"/>
          <p:nvPr/>
        </p:nvSpPr>
        <p:spPr>
          <a:xfrm>
            <a:off x="530942" y="2644170"/>
            <a:ext cx="111301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Пошаговые симплекс-таблицы – убираем, но оставляем ответ для каждой задачи, добавляем вывод по ней (продолжить ветвление или нет и почему).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Обозначение разветвления задачи с добавляемыми ограничениями.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Финальный ответ с целочисленным решением или отсутствием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98634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Требования к работе и коду</a:t>
            </a:r>
            <a:endParaRPr lang="ru-RU" sz="3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CCF2C-FBF4-AC17-6D53-08207815EEB4}"/>
              </a:ext>
            </a:extLst>
          </p:cNvPr>
          <p:cNvSpPr txBox="1"/>
          <p:nvPr/>
        </p:nvSpPr>
        <p:spPr>
          <a:xfrm>
            <a:off x="530942" y="933574"/>
            <a:ext cx="1113011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Язык реализации – любой.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 запрещаются обсуждения, в команде процесс решения идёт быстрее.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Предусмотреть быстрый ввод тестовой задачи при выполнении программы, примерные варианты: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«вшить» задачу в код (некрасиво и слишком легко);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ввод единого набора данных в консоль;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400" dirty="0"/>
              <a:t>ввод данных из файла.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Делать код читабельным.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Разрисовать на бумаге схему решения задачи.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Вы ОБЯЗАНЫ разбираться в методе.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Вы ОБЯЗАНЫ знать код, который крадёте.</a:t>
            </a:r>
          </a:p>
        </p:txBody>
      </p:sp>
      <p:pic>
        <p:nvPicPr>
          <p:cNvPr id="3" name="Рисунок 2" descr="Изображение выглядит как графическая вставка, Графика, мультфильм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1950FB7-EE9B-8A77-7D69-C67D9D072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0362" y="4153812"/>
            <a:ext cx="2909365" cy="290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001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160</Words>
  <Application>Microsoft Office PowerPoint</Application>
  <PresentationFormat>Широкоэкранный</PresentationFormat>
  <Paragraphs>21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SecurityCode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Рябова Екатерина</dc:creator>
  <cp:lastModifiedBy>Рябова Екатерина</cp:lastModifiedBy>
  <cp:revision>12</cp:revision>
  <dcterms:created xsi:type="dcterms:W3CDTF">2025-09-03T15:43:45Z</dcterms:created>
  <dcterms:modified xsi:type="dcterms:W3CDTF">2025-11-22T19:23:26Z</dcterms:modified>
</cp:coreProperties>
</file>