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9832" y="9832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537952" y="3093263"/>
            <a:ext cx="7116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Лабораторная работа 5</a:t>
            </a:r>
          </a:p>
          <a:p>
            <a:pPr algn="ctr"/>
            <a:r>
              <a:rPr lang="ru-RU" sz="2800" dirty="0"/>
              <a:t>Метод Гомори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Что нужно перед решением задачи симплекс-методом?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481781" y="2828835"/>
                <a:ext cx="112284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Целевая функция в канонической форме (стремится к минимуму).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Ограничения в канонической форме (в виде равенств, правые стороны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ru-RU" sz="2400" dirty="0"/>
                  <a:t> 0).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Начальный базис.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1" y="2828835"/>
                <a:ext cx="11228438" cy="1200329"/>
              </a:xfrm>
              <a:prstGeom prst="rect">
                <a:avLst/>
              </a:prstGeom>
              <a:blipFill>
                <a:blip r:embed="rId2"/>
                <a:stretch>
                  <a:fillRect l="-706" t="-4061" b="-10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47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Входные данные</a:t>
            </a:r>
            <a:endParaRPr lang="ru-RU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CCF2C-FBF4-AC17-6D53-08207815EEB4}"/>
              </a:ext>
            </a:extLst>
          </p:cNvPr>
          <p:cNvSpPr txBox="1"/>
          <p:nvPr/>
        </p:nvSpPr>
        <p:spPr>
          <a:xfrm>
            <a:off x="462115" y="2967335"/>
            <a:ext cx="11130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Ваша ЛР1 с симплекс-методом или ЛР2/ЛР3 с методом искусственного базиса.</a:t>
            </a:r>
          </a:p>
        </p:txBody>
      </p:sp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Выходные данные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CCF2C-FBF4-AC17-6D53-08207815EEB4}"/>
                  </a:ext>
                </a:extLst>
              </p:cNvPr>
              <p:cNvSpPr txBox="1"/>
              <p:nvPr/>
            </p:nvSpPr>
            <p:spPr>
              <a:xfrm>
                <a:off x="383456" y="2459504"/>
                <a:ext cx="1113011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Добавляемые ограничения.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Оптимальное решение задачи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Оптимум целевой функции.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Альтернатива: сообщение об отсутствии решения задачи.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(опционально) Пошаговые симплекс-таблицы.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CCF2C-FBF4-AC17-6D53-08207815E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6" y="2459504"/>
                <a:ext cx="11130115" cy="1938992"/>
              </a:xfrm>
              <a:prstGeom prst="rect">
                <a:avLst/>
              </a:prstGeom>
              <a:blipFill>
                <a:blip r:embed="rId2"/>
                <a:stretch>
                  <a:fillRect l="-767" t="-2508" b="-59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3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Требования к работе и коду</a:t>
            </a:r>
            <a:endParaRPr lang="ru-RU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CCF2C-FBF4-AC17-6D53-08207815EEB4}"/>
              </a:ext>
            </a:extLst>
          </p:cNvPr>
          <p:cNvSpPr txBox="1"/>
          <p:nvPr/>
        </p:nvSpPr>
        <p:spPr>
          <a:xfrm>
            <a:off x="530942" y="933574"/>
            <a:ext cx="111301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Язык реализации – любой.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 запрещаются обсуждения, в команде процесс решения идёт быстрее.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Предусмотреть быстрый ввод тестовой задачи при выполнении программы, примерные варианты: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«вшить» задачу в код (некрасиво и слишком легко);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ввод единого набора данных в консоль;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ввод данных из файла.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Делать код читабельным.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Вы ОБЯЗАНЫ разбираться в методе.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Вы ОБЯЗАНЫ знать код, который крадёте.</a:t>
            </a:r>
          </a:p>
        </p:txBody>
      </p:sp>
      <p:pic>
        <p:nvPicPr>
          <p:cNvPr id="3" name="Рисунок 2" descr="Изображение выглядит как графическая вставка, Графика, мультфильм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1950FB7-EE9B-8A77-7D69-C67D9D072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304" y="3264543"/>
            <a:ext cx="2909365" cy="290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001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166</Words>
  <Application>Microsoft Office PowerPoint</Application>
  <PresentationFormat>Широкоэкранный</PresentationFormat>
  <Paragraphs>25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11</cp:revision>
  <dcterms:created xsi:type="dcterms:W3CDTF">2025-09-03T15:43:45Z</dcterms:created>
  <dcterms:modified xsi:type="dcterms:W3CDTF">2025-11-07T18:39:06Z</dcterms:modified>
</cp:coreProperties>
</file>